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5"/>
    <p:restoredTop sz="94655"/>
  </p:normalViewPr>
  <p:slideViewPr>
    <p:cSldViewPr snapToGrid="0">
      <p:cViewPr varScale="1">
        <p:scale>
          <a:sx n="77" d="100"/>
          <a:sy n="77" d="100"/>
        </p:scale>
        <p:origin x="200" y="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732346-EB1D-F04B-8A77-127274CF5AC2}" type="datetimeFigureOut">
              <a:rPr lang="en-US" smtClean="0"/>
              <a:t>3/30/25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8C23C1-4971-6D44-BD9B-F2EA40169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714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C23C1-4971-6D44-BD9B-F2EA401696E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968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3640C3E-F3DD-9B43-9B5A-1573B1DC623F}" type="datetimeFigureOut">
              <a:rPr lang="en-US" smtClean="0"/>
              <a:t>3/30/25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728EFA72-D9EF-BB40-97AB-FFDE5E93D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657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0C3E-F3DD-9B43-9B5A-1573B1DC623F}" type="datetimeFigureOut">
              <a:rPr lang="en-US" smtClean="0"/>
              <a:t>3/30/25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EFA72-D9EF-BB40-97AB-FFDE5E93D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543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3640C3E-F3DD-9B43-9B5A-1573B1DC623F}" type="datetimeFigureOut">
              <a:rPr lang="en-US" smtClean="0"/>
              <a:t>3/30/25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728EFA72-D9EF-BB40-97AB-FFDE5E93D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5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3640C3E-F3DD-9B43-9B5A-1573B1DC623F}" type="datetimeFigureOut">
              <a:rPr lang="en-US" smtClean="0"/>
              <a:t>3/30/25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728EFA72-D9EF-BB40-97AB-FFDE5E93D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64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3640C3E-F3DD-9B43-9B5A-1573B1DC623F}" type="datetimeFigureOut">
              <a:rPr lang="en-US" smtClean="0"/>
              <a:t>3/30/25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728EFA72-D9EF-BB40-97AB-FFDE5E93D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6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0C3E-F3DD-9B43-9B5A-1573B1DC623F}" type="datetimeFigureOut">
              <a:rPr lang="en-US" smtClean="0"/>
              <a:t>3/30/25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EFA72-D9EF-BB40-97AB-FFDE5E93D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669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3640C3E-F3DD-9B43-9B5A-1573B1DC623F}" type="datetimeFigureOut">
              <a:rPr lang="en-US" smtClean="0"/>
              <a:t>3/30/25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728EFA72-D9EF-BB40-97AB-FFDE5E93D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548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0C3E-F3DD-9B43-9B5A-1573B1DC623F}" type="datetimeFigureOut">
              <a:rPr lang="en-US" smtClean="0"/>
              <a:t>3/30/25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EFA72-D9EF-BB40-97AB-FFDE5E93D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89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3640C3E-F3DD-9B43-9B5A-1573B1DC623F}" type="datetimeFigureOut">
              <a:rPr lang="en-US" smtClean="0"/>
              <a:t>3/30/25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728EFA72-D9EF-BB40-97AB-FFDE5E93D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874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0C3E-F3DD-9B43-9B5A-1573B1DC623F}" type="datetimeFigureOut">
              <a:rPr lang="en-US" smtClean="0"/>
              <a:t>3/30/25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EFA72-D9EF-BB40-97AB-FFDE5E93D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078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3640C3E-F3DD-9B43-9B5A-1573B1DC623F}" type="datetimeFigureOut">
              <a:rPr lang="en-US" smtClean="0"/>
              <a:t>3/30/25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728EFA72-D9EF-BB40-97AB-FFDE5E93D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776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640C3E-F3DD-9B43-9B5A-1573B1DC623F}" type="datetimeFigureOut">
              <a:rPr lang="en-US" smtClean="0"/>
              <a:t>3/30/25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EFA72-D9EF-BB40-97AB-FFDE5E93D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341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5F729-3CC6-D0F2-804F-C562F8B77E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8FFFCF-3086-E9A9-4D78-78BCD9FA76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552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5">
                <a:lumMod val="40000"/>
                <a:lumOff val="6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FCCF64-1640-359A-075F-22F0363FB053}"/>
              </a:ext>
            </a:extLst>
          </p:cNvPr>
          <p:cNvSpPr txBox="1"/>
          <p:nvPr/>
        </p:nvSpPr>
        <p:spPr>
          <a:xfrm>
            <a:off x="2405149" y="782121"/>
            <a:ext cx="7381702" cy="5293757"/>
          </a:xfrm>
          <a:prstGeom prst="rect">
            <a:avLst/>
          </a:prstGeom>
          <a:gradFill>
            <a:gsLst>
              <a:gs pos="26000">
                <a:schemeClr val="accent5">
                  <a:lumMod val="40000"/>
                  <a:lumOff val="6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76200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effectLst/>
                <a:latin typeface="Helvetica Neue" panose="02000503000000020004" pitchFamily="2" charset="0"/>
              </a:rPr>
              <a:t>	</a:t>
            </a:r>
            <a:r>
              <a:rPr lang="en-US" sz="2200" b="1" dirty="0">
                <a:effectLst/>
                <a:latin typeface="Helvetica Neue" panose="02000503000000020004" pitchFamily="2" charset="0"/>
              </a:rPr>
              <a:t>Student 		School 	Sponsor 	</a:t>
            </a:r>
            <a:r>
              <a:rPr lang="en-US" sz="2200" b="1" dirty="0">
                <a:latin typeface="Helvetica Neue" panose="02000503000000020004" pitchFamily="2" charset="0"/>
              </a:rPr>
              <a:t>    		</a:t>
            </a:r>
            <a:r>
              <a:rPr lang="en-US" sz="2200" b="1" dirty="0">
                <a:effectLst/>
                <a:latin typeface="Helvetica Neue" panose="02000503000000020004" pitchFamily="2" charset="0"/>
              </a:rPr>
              <a:t>State</a:t>
            </a:r>
            <a:endParaRPr lang="en-US" sz="2200" dirty="0">
              <a:effectLst/>
              <a:latin typeface="Helvetica Neue" panose="02000503000000020004" pitchFamily="2" charset="0"/>
            </a:endParaRPr>
          </a:p>
          <a:p>
            <a:endParaRPr lang="en-US" dirty="0">
              <a:effectLst/>
              <a:latin typeface="Helvetica Neue" panose="02000503000000020004" pitchFamily="2" charset="0"/>
            </a:endParaRPr>
          </a:p>
          <a:p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 panose="02000503000000020004" pitchFamily="2" charset="0"/>
              </a:rPr>
              <a:t>	P. Lems 		West Lyon 	Security Savings 	IA</a:t>
            </a:r>
          </a:p>
          <a:p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 panose="02000503000000020004" pitchFamily="2" charset="0"/>
              </a:rPr>
              <a:t>	P. Friel 			Mullen 		Marthas Vineyard 	MA</a:t>
            </a:r>
          </a:p>
          <a:p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 panose="02000503000000020004" pitchFamily="2" charset="0"/>
              </a:rPr>
              <a:t>	S. Bellarosa 	Cahill 		Sawyer Savings 	NY</a:t>
            </a:r>
          </a:p>
          <a:p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 panose="02000503000000020004" pitchFamily="2" charset="0"/>
              </a:rPr>
              <a:t>	W. Burton 		Poyen 		MNB Bank 			AR</a:t>
            </a:r>
          </a:p>
          <a:p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 lvl="1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 panose="02000503000000020004" pitchFamily="2" charset="0"/>
              </a:rPr>
              <a:t>A.  Stoddard 	Aberdeen 	Ireland Bank 		ID</a:t>
            </a:r>
          </a:p>
          <a:p>
            <a:pPr marL="457200" indent="-457200">
              <a:buAutoNum type="alphaUcPeriod"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 panose="02000503000000020004" pitchFamily="2" charset="0"/>
              </a:rPr>
              <a:t>	E. O’Neil 		Linderman 	First Interstate 		MT</a:t>
            </a:r>
          </a:p>
          <a:p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 panose="02000503000000020004" pitchFamily="2" charset="0"/>
              </a:rPr>
              <a:t>	K. Paddock 	Ingalls 		First National Bank 	KS 	</a:t>
            </a:r>
          </a:p>
          <a:p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 panose="02000503000000020004" pitchFamily="2" charset="0"/>
              </a:rPr>
              <a:t>	K. Moore 		Peake 		Southern Bancorp	AR</a:t>
            </a:r>
          </a:p>
        </p:txBody>
      </p:sp>
    </p:spTree>
    <p:extLst>
      <p:ext uri="{BB962C8B-B14F-4D97-AF65-F5344CB8AC3E}">
        <p14:creationId xmlns:p14="http://schemas.microsoft.com/office/powerpoint/2010/main" val="3480301700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35</TotalTime>
  <Words>118</Words>
  <Application>Microsoft Macintosh PowerPoint</Application>
  <PresentationFormat>Widescreen</PresentationFormat>
  <Paragraphs>18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Calibri Light</vt:lpstr>
      <vt:lpstr>Helvetica Neue</vt:lpstr>
      <vt:lpstr>Rockwell</vt:lpstr>
      <vt:lpstr>Wingdings</vt:lpstr>
      <vt:lpstr>Atlas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Sherry Avena</dc:creator>
  <cp:lastModifiedBy>Sherry Avena</cp:lastModifiedBy>
  <cp:revision>1</cp:revision>
  <dcterms:created xsi:type="dcterms:W3CDTF">2025-03-31T01:40:44Z</dcterms:created>
  <dcterms:modified xsi:type="dcterms:W3CDTF">2025-03-31T02:16:32Z</dcterms:modified>
</cp:coreProperties>
</file>